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93" autoAdjust="0"/>
  </p:normalViewPr>
  <p:slideViewPr>
    <p:cSldViewPr snapToGrid="0">
      <p:cViewPr varScale="1">
        <p:scale>
          <a:sx n="57" d="100"/>
          <a:sy n="57" d="100"/>
        </p:scale>
        <p:origin x="1242" y="4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159c844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159c844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159c8445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159c8445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30541" y="2583209"/>
            <a:ext cx="73309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Quản Trị Dự Án IT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05087" y="3688109"/>
            <a:ext cx="6981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Kinh nghiệm thực chiến từ góc nhìn Vendor và In-house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67265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955857" y="3015555"/>
            <a:ext cx="228028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Phần 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373189" y="4044255"/>
            <a:ext cx="5445621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PM tại Công ty Triển khai Giải pháp (Vendor)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381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42950" y="1381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13811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Đóng vai trò là đại diện cho nhà cung cấp (như Oracle, SAP) trực tiếp triển khai giải pháp phần mềm cho khách hàng.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42950" y="2486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24860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Có cơ hội cọ xát và làm việc qua nhiều dự án ở các ngành nghề (Domain) và quy mô doanh nghiệp khác nhau.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42950" y="3590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35909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Ràng buộc chặt chẽ bởi hợp đồng pháp lý. Mọi thay đổi đều phải quản lý nghiêm ngặt qua quy trình Change Request.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42950" y="4695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46958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Cam kết đảm bảo hoàn thành Phạm vi (Scope), Thời gian và Ngân sách để mang lại lợi nhuận cho công ty.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l="11520" r="11528"/>
          <a:stretch/>
        </p:blipFill>
        <p:spPr>
          <a:xfrm>
            <a:off x="6400800" y="1400175"/>
            <a:ext cx="5200650" cy="3774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Đặc Thù Công Việc Của Vendor PM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52387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381125"/>
            <a:ext cx="52387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000125" y="1866900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Thuận Lợi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810375" y="1866900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Khó Khăn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1905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123950" y="2419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90625" y="241935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Tích lũy kinh nghiệm đa ngành và nâng cao kỹ năng nhanh chóng do tần suất dự án liên tục.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23950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90625" y="32004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Được hậu thuẫn bởi đội ngũ chuyên gia kỹ thuật và quy trình chuẩn mực (Methodology) từ hãng.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23950" y="4286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90625" y="428625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Quyền lực rõ ràng về mặt cam kết hợp đồng.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0375" y="1905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934200" y="2419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000875" y="241935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Áp lực khổng lồ từ khách hàng về mặt tiến độ, chất lượng và giải quyết lỗi phát sinh.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934200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00875" y="32004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Nguy cơ "Scope Creep" (Phạm vi trôi dạt) rất cao nếu không chốt chặt yêu cầu ngay từ đầu.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34200" y="3981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000875" y="398145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Bài toán hóc búa: Cân bằng giữa sự hài lòng của khách hàng và biên lợi nhuận của công ty mình.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Thuận Lợi &amp; Khó Khăn (Vendor)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905000" y="1381125"/>
            <a:ext cx="895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Giao tiếp &amp; Minh bạch: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Đặt ra kỳ vọng đúng đắn với khách hàng ngay từ giai đoạn Kick-off. Đừng hứa những gì hệ thống hoặc team không thể làm được.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905000" y="2276475"/>
            <a:ext cx="895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Quản trị rủi ro chủ động: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Nhận diện sớm các dấu hiệu chậm trễ hoặc thay đổi yêu cầu để có phương án dự phòng và đàm phán kịp thời.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905000" y="3171825"/>
            <a:ext cx="895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Xây dựng niềm tin: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Hãy hành động như một nhà tư vấn đáng tin cậy (Trusted Advisor), biến khách hàng thành đối tác cùng giải quyết vấn đề.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37636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2717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167062"/>
            <a:ext cx="361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Bí Quyết Thành Công Cho Vendor PM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5524500" y="267265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910851" y="3015555"/>
            <a:ext cx="237029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Phần 2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3575149" y="4044255"/>
            <a:ext cx="5041552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PM tại Doanh nghiệp Nội bộ (In-house IT)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52387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83800"/>
            <a:ext cx="52387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000125" y="1866900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Thuận Lợi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810375" y="1866900"/>
            <a:ext cx="4600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Khó Khăn</a:t>
            </a:r>
            <a:endParaRPr/>
          </a:p>
        </p:txBody>
      </p:sp>
      <p:pic>
        <p:nvPicPr>
          <p:cNvPr id="169" name="Google Shape;16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1905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1123950" y="2419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1190625" y="241935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Hiểu biết sâu sắc về văn hóa, quy trình nghiệp vụ và chiến lược của công ty.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123950" y="3200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190625" y="3200400"/>
            <a:ext cx="4191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Đồng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hành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xuyên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suốt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cùng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trực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tiếp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nhìn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thấy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tác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động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dài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của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hệ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thống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4" name="Google Shape;174;p20"/>
          <p:cNvSpPr txBox="1"/>
          <p:nvPr/>
        </p:nvSpPr>
        <p:spPr>
          <a:xfrm>
            <a:off x="1143000" y="4438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5" name="Google Shape;175;p20"/>
          <p:cNvSpPr txBox="1"/>
          <p:nvPr/>
        </p:nvSpPr>
        <p:spPr>
          <a:xfrm>
            <a:off x="1219275" y="4308396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Môi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trường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thường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ổn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ít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áp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lực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rủi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toán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hợp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đồng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như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Vendor.</a:t>
            </a:r>
            <a:endParaRPr dirty="0"/>
          </a:p>
        </p:txBody>
      </p:sp>
      <p:pic>
        <p:nvPicPr>
          <p:cNvPr id="176" name="Google Shape;1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0375" y="1905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934200" y="2419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000875" y="241935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Xung đột nguồn lực: Nhân sự thường phải làm song song dự án và công việc vận hành hàng ngày (BAU).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934200" y="3505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000875" y="35052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Đối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mặt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rào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cản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chính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nội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bộ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(Internal Politics)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kháng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đổi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từ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người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dùng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6810375" y="48865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905625" y="4766970"/>
            <a:ext cx="4191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Quá trình ra quyết định đôi khi chậm chạp do phải chờ phê duyệt qua nhiều cấp bậc.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Thuận Lợi &amp; Khó Khăn (In-house)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t="40" b="30"/>
          <a:stretch/>
        </p:blipFill>
        <p:spPr>
          <a:xfrm>
            <a:off x="-47625" y="0"/>
            <a:ext cx="12287250" cy="685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3429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381125"/>
            <a:ext cx="3429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381125"/>
            <a:ext cx="3429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795813" y="2695575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Lãnh Đạo (Leadership)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866775" y="36099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Khả năng gắn kết và dẫn dắt đội ngũ vượt qua khó khăn, bất kể đó là chuyên gia của Vendor hay nhân sự In-house.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605813" y="2695575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Giao Tiếp (Communication)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4676775" y="36099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Kỹ năng sống còn để đồng bộ hóa thông tin, quản lý kỳ vọng và hóa giải xung đột giữa các bên liên quan.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415813" y="2695575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Thích Ứng (Adaptability)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8486775" y="36099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Sự nhạy bén và linh hoạt xử lý các rủi ro, thay đổi không lường trước để đưa dự án về đích an toàn.</a:t>
            </a:r>
            <a:endParaRPr/>
          </a:p>
        </p:txBody>
      </p:sp>
      <p:pic>
        <p:nvPicPr>
          <p:cNvPr id="203" name="Google Shape;20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7387" y="1838325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4062" y="183832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4062" y="183832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Kỹ Năng Cốt Lõi Của PM (Ở Bất Kỳ Đâu)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4108698" y="4798665"/>
            <a:ext cx="397445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— Cẩm nang của người làm IT PM —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400175" y="1722090"/>
            <a:ext cx="939165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"Quản trị dự án không chỉ đơn thuần là quản lý công việc và tiến độ, mà cốt lõi chính là quản lý con người và sự kỳ vọng."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0" y="2390254"/>
            <a:ext cx="116014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dirty="0">
                <a:solidFill>
                  <a:srgbClr val="005088"/>
                </a:solidFill>
                <a:latin typeface="Merriweather"/>
                <a:sym typeface="Merriweather"/>
              </a:rPr>
              <a:t>THANK YOU!</a:t>
            </a:r>
            <a:endParaRPr dirty="0"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37823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Cảm ơn Thầy và các bạn đã lắng nghe!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706</Words>
  <Application>Microsoft Office PowerPoint</Application>
  <PresentationFormat>Widescreen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DM Sans</vt:lpstr>
      <vt:lpstr>Arial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Lê Ngọc Trúc Huỳnh</cp:lastModifiedBy>
  <cp:revision>2</cp:revision>
  <dcterms:modified xsi:type="dcterms:W3CDTF">2026-06-18T07:37:36Z</dcterms:modified>
</cp:coreProperties>
</file>